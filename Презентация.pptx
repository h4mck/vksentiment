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5" r:id="rId8"/>
    <p:sldId id="261" r:id="rId9"/>
    <p:sldId id="264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VK sentiment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19115"/>
            <a:ext cx="10337165" cy="749935"/>
          </a:xfrm>
        </p:spPr>
        <p:txBody>
          <a:bodyPr/>
          <a:p>
            <a:pPr algn="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Цели и задачи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94915"/>
            <a:ext cx="10515600" cy="3682365"/>
          </a:xfrm>
        </p:spPr>
        <p:txBody>
          <a:bodyPr/>
          <a:p>
            <a:r>
              <a:rPr lang="ru-RU" altLang="en-US"/>
              <a:t>Анализ тональности комментариев под постами сообществ и публичных страниц в ВК с последующим изображением необходимой статистики в виде графиков и диаграмм.</a:t>
            </a:r>
            <a:endParaRPr lang="ru-RU" altLang="en-US"/>
          </a:p>
          <a:p>
            <a:r>
              <a:rPr lang="ru-RU" altLang="en-US"/>
              <a:t>Система должна быть горизонтально масштабируема</a:t>
            </a:r>
            <a:endParaRPr lang="ru-RU" altLang="en-US"/>
          </a:p>
          <a:p>
            <a:r>
              <a:rPr lang="ru-RU" altLang="en-US"/>
              <a:t>Возможное сотрудничество с админами ВК пабликов: такой функционал полезен для понимания желаний своей аудитории, какой пост будет потенциально популярен, а какой нет.</a:t>
            </a:r>
            <a:endParaRPr lang="ru-RU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544435" y="365125"/>
            <a:ext cx="3744595" cy="2070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Инструменты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26940"/>
          </a:xfrm>
        </p:spPr>
        <p:txBody>
          <a:bodyPr>
            <a:normAutofit/>
          </a:bodyPr>
          <a:p>
            <a:r>
              <a:rPr lang="ru-RU" altLang="en-US"/>
              <a:t>Язык </a:t>
            </a:r>
            <a:r>
              <a:rPr lang="en-US" altLang="en-US"/>
              <a:t>Python, </a:t>
            </a:r>
            <a:r>
              <a:rPr lang="ru-RU" altLang="en-US"/>
              <a:t>в том числе</a:t>
            </a:r>
            <a:r>
              <a:rPr lang="en-US" altLang="ru-RU"/>
              <a:t> </a:t>
            </a:r>
            <a:r>
              <a:rPr lang="ru-RU" altLang="en-US"/>
              <a:t>его библиотеки:</a:t>
            </a:r>
            <a:endParaRPr lang="ru-RU" altLang="en-US"/>
          </a:p>
          <a:p>
            <a:pPr marL="0" indent="457200">
              <a:buNone/>
            </a:pPr>
            <a:r>
              <a:rPr lang="ru-RU" altLang="en-US">
                <a:sym typeface="+mn-ea"/>
              </a:rPr>
              <a:t>- </a:t>
            </a:r>
            <a:r>
              <a:rPr lang="en-US" altLang="en-US">
                <a:sym typeface="+mn-ea"/>
              </a:rPr>
              <a:t>asyncio</a:t>
            </a:r>
            <a:endParaRPr lang="en-US" altLang="en-US"/>
          </a:p>
          <a:p>
            <a:pPr marL="0" indent="457200">
              <a:buNone/>
            </a:pPr>
            <a:r>
              <a:rPr lang="ru-RU" altLang="en-US">
                <a:sym typeface="+mn-ea"/>
              </a:rPr>
              <a:t>- </a:t>
            </a:r>
            <a:r>
              <a:rPr lang="en-US" altLang="en-US">
                <a:sym typeface="+mn-ea"/>
              </a:rPr>
              <a:t>aiohttp</a:t>
            </a:r>
            <a:endParaRPr lang="en-US" altLang="en-US"/>
          </a:p>
          <a:p>
            <a:pPr marL="0" indent="457200">
              <a:buNone/>
            </a:pPr>
            <a:r>
              <a:rPr lang="ru-RU" altLang="en-US">
                <a:sym typeface="+mn-ea"/>
              </a:rPr>
              <a:t>- </a:t>
            </a:r>
            <a:r>
              <a:rPr lang="en-US" altLang="en-US">
                <a:sym typeface="+mn-ea"/>
              </a:rPr>
              <a:t>pymongo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- matplotlib</a:t>
            </a:r>
            <a:endParaRPr lang="ru-RU" altLang="en-US"/>
          </a:p>
          <a:p>
            <a:r>
              <a:rPr lang="en-US" altLang="ru-RU"/>
              <a:t>MongoDB - </a:t>
            </a:r>
            <a:r>
              <a:rPr lang="ru-RU" altLang="ru-RU"/>
              <a:t>документоориентированная </a:t>
            </a:r>
            <a:r>
              <a:rPr lang="en-US" altLang="ru-RU"/>
              <a:t>NoSQL </a:t>
            </a:r>
            <a:r>
              <a:rPr lang="ru-RU" altLang="ru-RU"/>
              <a:t>база данных, хранящая данные в формате, схожем с </a:t>
            </a:r>
            <a:r>
              <a:rPr lang="en-US" altLang="ru-RU"/>
              <a:t>JSON</a:t>
            </a:r>
            <a:endParaRPr lang="ru-RU" altLang="en-US"/>
          </a:p>
          <a:p>
            <a:pPr marL="0" indent="45720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Python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65045"/>
            <a:ext cx="10516235" cy="3912235"/>
          </a:xfrm>
        </p:spPr>
        <p:txBody>
          <a:bodyPr>
            <a:normAutofit lnSpcReduction="10000"/>
          </a:bodyPr>
          <a:p>
            <a:r>
              <a:rPr lang="en-US"/>
              <a:t>Aiohttp - </a:t>
            </a:r>
            <a:r>
              <a:rPr lang="ru-RU" altLang="en-US"/>
              <a:t>позволяет делать асинхронные </a:t>
            </a:r>
            <a:r>
              <a:rPr lang="en-US" altLang="en-US"/>
              <a:t>http </a:t>
            </a:r>
            <a:r>
              <a:rPr lang="ru-RU" altLang="en-US"/>
              <a:t>запросы.</a:t>
            </a:r>
            <a:endParaRPr lang="ru-RU" altLang="en-US"/>
          </a:p>
          <a:p>
            <a:pPr marL="0" indent="0">
              <a:buNone/>
            </a:pPr>
            <a:r>
              <a:rPr lang="ru-RU" altLang="en-US"/>
              <a:t>Пример: </a:t>
            </a:r>
            <a:r>
              <a:rPr lang="ru-RU"/>
              <a:t>через него один из типов узлов (тот, что получает запрос от клиента) делает асихронный запрос к </a:t>
            </a:r>
            <a:r>
              <a:rPr lang="en-US"/>
              <a:t>VK API</a:t>
            </a:r>
            <a:r>
              <a:rPr lang="ru-RU" altLang="en-US"/>
              <a:t> на получение необходимых постов, а затем и комментариев под ними</a:t>
            </a:r>
            <a:endParaRPr lang="ru-RU" altLang="en-US"/>
          </a:p>
          <a:p>
            <a:r>
              <a:rPr lang="en-US" altLang="ru-RU"/>
              <a:t>Asyncio - </a:t>
            </a:r>
            <a:r>
              <a:rPr lang="ru-RU" altLang="ru-RU"/>
              <a:t>предоставляет широкий функционал для асинхронного программирования. Пример: создание асинхронных </a:t>
            </a:r>
            <a:r>
              <a:rPr lang="en-US" altLang="ru-RU"/>
              <a:t>tasks </a:t>
            </a:r>
            <a:r>
              <a:rPr lang="ru-RU" altLang="ru-RU"/>
              <a:t>(задач).</a:t>
            </a:r>
            <a:endParaRPr lang="ru-RU" altLang="ru-RU"/>
          </a:p>
          <a:p>
            <a:r>
              <a:rPr lang="en-US" altLang="ru-RU"/>
              <a:t>Pymongo - </a:t>
            </a:r>
            <a:r>
              <a:rPr lang="ru-RU" altLang="ru-RU"/>
              <a:t>позволяет подключиться к базе данных </a:t>
            </a:r>
            <a:r>
              <a:rPr lang="en-US" altLang="ru-RU"/>
              <a:t>MongoDB, </a:t>
            </a:r>
            <a:r>
              <a:rPr lang="ru-RU" altLang="en-US"/>
              <a:t>делать к ней запросы и т.д.</a:t>
            </a:r>
            <a:endParaRPr lang="ru-RU" altLang="en-US"/>
          </a:p>
          <a:p>
            <a:r>
              <a:rPr lang="en-US" altLang="en-US"/>
              <a:t>Matplotlib - </a:t>
            </a:r>
            <a:r>
              <a:rPr lang="ru-RU" altLang="en-US"/>
              <a:t>после анализа показывает диаграммы и графики</a:t>
            </a:r>
            <a:endParaRPr lang="ru-RU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3188335" y="427990"/>
            <a:ext cx="1545590" cy="1545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MongoDB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655"/>
          </a:xfrm>
        </p:spPr>
        <p:txBody>
          <a:bodyPr/>
          <a:p>
            <a:r>
              <a:rPr lang="ru-RU" altLang="en-US"/>
              <a:t>Поддержка горизонтальной масштабируемости (шардинг данных и т.п.)</a:t>
            </a:r>
            <a:endParaRPr lang="ru-RU" altLang="en-US"/>
          </a:p>
          <a:p>
            <a:r>
              <a:rPr lang="ru-RU" altLang="en-US"/>
              <a:t>Хранение данных в формате </a:t>
            </a:r>
            <a:r>
              <a:rPr lang="en-US" altLang="en-US"/>
              <a:t>BSON </a:t>
            </a:r>
            <a:r>
              <a:rPr lang="ru-RU" altLang="en-US"/>
              <a:t>(двоичный </a:t>
            </a:r>
            <a:r>
              <a:rPr lang="en-US" altLang="en-US"/>
              <a:t>JSON</a:t>
            </a:r>
            <a:r>
              <a:rPr lang="ru-RU" altLang="en-US"/>
              <a:t>)</a:t>
            </a:r>
            <a:r>
              <a:rPr lang="en-US" altLang="ru-RU"/>
              <a:t>, </a:t>
            </a:r>
            <a:r>
              <a:rPr lang="ru-RU" altLang="ru-RU"/>
              <a:t>что крайне удобно как для разработчиков в общем, так и для нынешней задачи в частности</a:t>
            </a:r>
            <a:endParaRPr lang="ru-RU" altLang="ru-RU"/>
          </a:p>
          <a:p>
            <a:r>
              <a:rPr lang="ru-RU" altLang="ru-RU"/>
              <a:t>В </a:t>
            </a:r>
            <a:r>
              <a:rPr lang="en-US" altLang="ru-RU"/>
              <a:t>mongoDB </a:t>
            </a:r>
            <a:r>
              <a:rPr lang="ru-RU" altLang="ru-RU"/>
              <a:t>одни документы (строки) могут быть частью других документов, что позволяет строить иерархию данных, состоящую лишь из одной таблицы, а не нескольких</a:t>
            </a:r>
            <a:endParaRPr lang="ru-RU" altLang="ru-RU"/>
          </a:p>
          <a:p>
            <a:r>
              <a:rPr lang="ru-RU" altLang="ru-RU"/>
              <a:t>Гибкая схема </a:t>
            </a:r>
            <a:r>
              <a:rPr lang="en-US" altLang="ru-RU"/>
              <a:t>(flexible schema)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147185" y="365125"/>
            <a:ext cx="41243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Почему </a:t>
            </a:r>
            <a:r>
              <a:rPr lang="en-US" altLang="en-US"/>
              <a:t>MongoDB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1843405"/>
            <a:ext cx="5181600" cy="431482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67535"/>
            <a:ext cx="5181600" cy="4266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Архитектура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Готов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70" y="1825625"/>
            <a:ext cx="10182860" cy="4005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ML</a:t>
            </a:r>
            <a:r>
              <a:rPr lang="ru-RU"/>
              <a:t> модель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655"/>
          </a:xfrm>
        </p:spPr>
        <p:txBody>
          <a:bodyPr>
            <a:normAutofit lnSpcReduction="10000"/>
          </a:bodyPr>
          <a:p>
            <a:r>
              <a:rPr lang="ru-RU" altLang="en-US"/>
              <a:t>Название: </a:t>
            </a:r>
            <a:r>
              <a:rPr lang="en-US" altLang="en-US"/>
              <a:t>rubert-tiny2-russian-sentiment</a:t>
            </a:r>
            <a:endParaRPr lang="en-US" altLang="en-US"/>
          </a:p>
          <a:p>
            <a:r>
              <a:rPr lang="ru-RU" altLang="en-US"/>
              <a:t>Размер модели: 29 миллионов параметров</a:t>
            </a:r>
            <a:endParaRPr lang="ru-RU" altLang="en-US"/>
          </a:p>
          <a:p>
            <a:r>
              <a:rPr lang="ru-RU" altLang="en-US"/>
              <a:t>Оценка корректности результатов:</a:t>
            </a:r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r>
              <a:rPr lang="ru-RU" altLang="en-US"/>
              <a:t>Ссылка: </a:t>
            </a:r>
            <a:r>
              <a:rPr lang="en-US" altLang="en-US"/>
              <a:t>https://huggingface.co/seara/rubert-tiny2-russian-sentiment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370965" y="3178175"/>
            <a:ext cx="441579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Пример результата работы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4215" y="6177280"/>
            <a:ext cx="5181600" cy="442595"/>
          </a:xfrm>
        </p:spPr>
        <p:txBody>
          <a:bodyPr>
            <a:normAutofit fontScale="60000"/>
          </a:bodyPr>
          <a:p>
            <a:r>
              <a:rPr lang="en-US" altLang="en-US"/>
              <a:t>https://vk.com/vk?w=wall-22822305_1622456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8" name="Picture 7" descr="my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125" y="1584960"/>
            <a:ext cx="8921750" cy="4460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Дальнейшее развитие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741930"/>
            <a:ext cx="10516235" cy="3435350"/>
          </a:xfrm>
        </p:spPr>
        <p:txBody>
          <a:bodyPr/>
          <a:p>
            <a:r>
              <a:rPr lang="ru-RU" altLang="en-US"/>
              <a:t>Создание телеграм бота (или сайта)</a:t>
            </a:r>
            <a:endParaRPr lang="ru-RU" altLang="en-US"/>
          </a:p>
          <a:p>
            <a:r>
              <a:rPr lang="ru-RU" altLang="en-US"/>
              <a:t>Анализ эмодзи</a:t>
            </a:r>
            <a:endParaRPr lang="ru-RU" altLang="en-US"/>
          </a:p>
          <a:p>
            <a:r>
              <a:rPr lang="ru-RU" altLang="en-US"/>
              <a:t>Возможная смена модели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1830</Words>
  <Application>WPS Presentation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VK sentiment</vt:lpstr>
      <vt:lpstr>Цели и задачи</vt:lpstr>
      <vt:lpstr>Инструменты</vt:lpstr>
      <vt:lpstr>Python</vt:lpstr>
      <vt:lpstr>MongoDB</vt:lpstr>
      <vt:lpstr>PowerPoint 演示文稿</vt:lpstr>
      <vt:lpstr>Архитектура</vt:lpstr>
      <vt:lpstr>PowerPoint 演示文稿</vt:lpstr>
      <vt:lpstr>Пример результата работы</vt:lpstr>
      <vt:lpstr>Дальнейшее развитие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VK sentiment</dc:title>
  <dc:creator/>
  <cp:lastModifiedBy>Eduard</cp:lastModifiedBy>
  <cp:revision>18</cp:revision>
  <dcterms:created xsi:type="dcterms:W3CDTF">2025-06-14T11:13:00Z</dcterms:created>
  <dcterms:modified xsi:type="dcterms:W3CDTF">2025-08-13T11:43:10Z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1E537F77310D4A398F03F8414DCA160F_12</vt:lpwstr>
  </property>
  <property fmtid="{D5CDD505-2E9C-101B-9397-08002B2CF9AE}" pid="3" name="KSOProductBuildVer">
    <vt:lpwstr>1033-12.2.0.21936</vt:lpwstr>
  </property>
</Properties>
</file>